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0A164E-FF98-49D1-AA6A-095EA5E0A4EC}" v="4" dt="2026-04-20T16:35:26.6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patiharshit2004@outlook.com" userId="4bd068fde73c3ec1" providerId="LiveId" clId="{355E9B87-46A4-4C20-AA68-AB903C688937}"/>
    <pc:docChg chg="custSel modSld">
      <pc:chgData name="empatiharshit2004@outlook.com" userId="4bd068fde73c3ec1" providerId="LiveId" clId="{355E9B87-46A4-4C20-AA68-AB903C688937}" dt="2026-04-20T16:29:49.545" v="18" actId="113"/>
      <pc:docMkLst>
        <pc:docMk/>
      </pc:docMkLst>
      <pc:sldChg chg="modSp mod">
        <pc:chgData name="empatiharshit2004@outlook.com" userId="4bd068fde73c3ec1" providerId="LiveId" clId="{355E9B87-46A4-4C20-AA68-AB903C688937}" dt="2026-04-20T16:28:47.958" v="8" actId="14100"/>
        <pc:sldMkLst>
          <pc:docMk/>
          <pc:sldMk cId="0" sldId="256"/>
        </pc:sldMkLst>
        <pc:spChg chg="mod">
          <ac:chgData name="empatiharshit2004@outlook.com" userId="4bd068fde73c3ec1" providerId="LiveId" clId="{355E9B87-46A4-4C20-AA68-AB903C688937}" dt="2026-04-20T16:28:41.205" v="7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empatiharshit2004@outlook.com" userId="4bd068fde73c3ec1" providerId="LiveId" clId="{355E9B87-46A4-4C20-AA68-AB903C688937}" dt="2026-04-20T16:28:47.958" v="8" actId="14100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empatiharshit2004@outlook.com" userId="4bd068fde73c3ec1" providerId="LiveId" clId="{355E9B87-46A4-4C20-AA68-AB903C688937}" dt="2026-04-20T16:28:54.018" v="9" actId="113"/>
        <pc:sldMkLst>
          <pc:docMk/>
          <pc:sldMk cId="0" sldId="257"/>
        </pc:sldMkLst>
        <pc:spChg chg="mod">
          <ac:chgData name="empatiharshit2004@outlook.com" userId="4bd068fde73c3ec1" providerId="LiveId" clId="{355E9B87-46A4-4C20-AA68-AB903C688937}" dt="2026-04-20T16:28:54.018" v="9" actId="113"/>
          <ac:spMkLst>
            <pc:docMk/>
            <pc:sldMk cId="0" sldId="257"/>
            <ac:spMk id="2" creationId="{00000000-0000-0000-0000-000000000000}"/>
          </ac:spMkLst>
        </pc:spChg>
        <pc:spChg chg="mod">
          <ac:chgData name="empatiharshit2004@outlook.com" userId="4bd068fde73c3ec1" providerId="LiveId" clId="{355E9B87-46A4-4C20-AA68-AB903C688937}" dt="2026-04-20T16:28:09.146" v="3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empatiharshit2004@outlook.com" userId="4bd068fde73c3ec1" providerId="LiveId" clId="{355E9B87-46A4-4C20-AA68-AB903C688937}" dt="2026-04-20T16:28:58.587" v="10" actId="113"/>
        <pc:sldMkLst>
          <pc:docMk/>
          <pc:sldMk cId="0" sldId="258"/>
        </pc:sldMkLst>
        <pc:spChg chg="mod">
          <ac:chgData name="empatiharshit2004@outlook.com" userId="4bd068fde73c3ec1" providerId="LiveId" clId="{355E9B87-46A4-4C20-AA68-AB903C688937}" dt="2026-04-20T16:28:58.587" v="10" actId="113"/>
          <ac:spMkLst>
            <pc:docMk/>
            <pc:sldMk cId="0" sldId="258"/>
            <ac:spMk id="2" creationId="{00000000-0000-0000-0000-000000000000}"/>
          </ac:spMkLst>
        </pc:spChg>
        <pc:spChg chg="mod">
          <ac:chgData name="empatiharshit2004@outlook.com" userId="4bd068fde73c3ec1" providerId="LiveId" clId="{355E9B87-46A4-4C20-AA68-AB903C688937}" dt="2026-04-20T16:28:09.146" v="3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empatiharshit2004@outlook.com" userId="4bd068fde73c3ec1" providerId="LiveId" clId="{355E9B87-46A4-4C20-AA68-AB903C688937}" dt="2026-04-20T16:29:03.324" v="11" actId="113"/>
        <pc:sldMkLst>
          <pc:docMk/>
          <pc:sldMk cId="0" sldId="259"/>
        </pc:sldMkLst>
        <pc:spChg chg="mod">
          <ac:chgData name="empatiharshit2004@outlook.com" userId="4bd068fde73c3ec1" providerId="LiveId" clId="{355E9B87-46A4-4C20-AA68-AB903C688937}" dt="2026-04-20T16:29:03.324" v="11" actId="113"/>
          <ac:spMkLst>
            <pc:docMk/>
            <pc:sldMk cId="0" sldId="259"/>
            <ac:spMk id="2" creationId="{00000000-0000-0000-0000-000000000000}"/>
          </ac:spMkLst>
        </pc:spChg>
        <pc:spChg chg="mod">
          <ac:chgData name="empatiharshit2004@outlook.com" userId="4bd068fde73c3ec1" providerId="LiveId" clId="{355E9B87-46A4-4C20-AA68-AB903C688937}" dt="2026-04-20T16:28:09.146" v="3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empatiharshit2004@outlook.com" userId="4bd068fde73c3ec1" providerId="LiveId" clId="{355E9B87-46A4-4C20-AA68-AB903C688937}" dt="2026-04-20T16:29:09.751" v="12" actId="113"/>
        <pc:sldMkLst>
          <pc:docMk/>
          <pc:sldMk cId="0" sldId="260"/>
        </pc:sldMkLst>
        <pc:spChg chg="mod">
          <ac:chgData name="empatiharshit2004@outlook.com" userId="4bd068fde73c3ec1" providerId="LiveId" clId="{355E9B87-46A4-4C20-AA68-AB903C688937}" dt="2026-04-20T16:29:09.751" v="12" actId="113"/>
          <ac:spMkLst>
            <pc:docMk/>
            <pc:sldMk cId="0" sldId="260"/>
            <ac:spMk id="2" creationId="{00000000-0000-0000-0000-000000000000}"/>
          </ac:spMkLst>
        </pc:spChg>
        <pc:spChg chg="mod">
          <ac:chgData name="empatiharshit2004@outlook.com" userId="4bd068fde73c3ec1" providerId="LiveId" clId="{355E9B87-46A4-4C20-AA68-AB903C688937}" dt="2026-04-20T16:28:09.146" v="3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empatiharshit2004@outlook.com" userId="4bd068fde73c3ec1" providerId="LiveId" clId="{355E9B87-46A4-4C20-AA68-AB903C688937}" dt="2026-04-20T16:29:15.152" v="13" actId="113"/>
        <pc:sldMkLst>
          <pc:docMk/>
          <pc:sldMk cId="0" sldId="261"/>
        </pc:sldMkLst>
        <pc:spChg chg="mod">
          <ac:chgData name="empatiharshit2004@outlook.com" userId="4bd068fde73c3ec1" providerId="LiveId" clId="{355E9B87-46A4-4C20-AA68-AB903C688937}" dt="2026-04-20T16:29:15.152" v="13" actId="113"/>
          <ac:spMkLst>
            <pc:docMk/>
            <pc:sldMk cId="0" sldId="261"/>
            <ac:spMk id="2" creationId="{00000000-0000-0000-0000-000000000000}"/>
          </ac:spMkLst>
        </pc:spChg>
        <pc:spChg chg="mod">
          <ac:chgData name="empatiharshit2004@outlook.com" userId="4bd068fde73c3ec1" providerId="LiveId" clId="{355E9B87-46A4-4C20-AA68-AB903C688937}" dt="2026-04-20T16:28:09.146" v="3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empatiharshit2004@outlook.com" userId="4bd068fde73c3ec1" providerId="LiveId" clId="{355E9B87-46A4-4C20-AA68-AB903C688937}" dt="2026-04-20T16:29:20.771" v="14" actId="113"/>
        <pc:sldMkLst>
          <pc:docMk/>
          <pc:sldMk cId="0" sldId="262"/>
        </pc:sldMkLst>
        <pc:spChg chg="mod">
          <ac:chgData name="empatiharshit2004@outlook.com" userId="4bd068fde73c3ec1" providerId="LiveId" clId="{355E9B87-46A4-4C20-AA68-AB903C688937}" dt="2026-04-20T16:29:20.771" v="14" actId="113"/>
          <ac:spMkLst>
            <pc:docMk/>
            <pc:sldMk cId="0" sldId="262"/>
            <ac:spMk id="2" creationId="{00000000-0000-0000-0000-000000000000}"/>
          </ac:spMkLst>
        </pc:spChg>
        <pc:spChg chg="mod">
          <ac:chgData name="empatiharshit2004@outlook.com" userId="4bd068fde73c3ec1" providerId="LiveId" clId="{355E9B87-46A4-4C20-AA68-AB903C688937}" dt="2026-04-20T16:28:09.146" v="3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empatiharshit2004@outlook.com" userId="4bd068fde73c3ec1" providerId="LiveId" clId="{355E9B87-46A4-4C20-AA68-AB903C688937}" dt="2026-04-20T16:29:26.848" v="15" actId="113"/>
        <pc:sldMkLst>
          <pc:docMk/>
          <pc:sldMk cId="0" sldId="263"/>
        </pc:sldMkLst>
        <pc:spChg chg="mod">
          <ac:chgData name="empatiharshit2004@outlook.com" userId="4bd068fde73c3ec1" providerId="LiveId" clId="{355E9B87-46A4-4C20-AA68-AB903C688937}" dt="2026-04-20T16:29:26.848" v="15" actId="113"/>
          <ac:spMkLst>
            <pc:docMk/>
            <pc:sldMk cId="0" sldId="263"/>
            <ac:spMk id="2" creationId="{00000000-0000-0000-0000-000000000000}"/>
          </ac:spMkLst>
        </pc:spChg>
        <pc:spChg chg="mod">
          <ac:chgData name="empatiharshit2004@outlook.com" userId="4bd068fde73c3ec1" providerId="LiveId" clId="{355E9B87-46A4-4C20-AA68-AB903C688937}" dt="2026-04-20T16:28:09.146" v="3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empatiharshit2004@outlook.com" userId="4bd068fde73c3ec1" providerId="LiveId" clId="{355E9B87-46A4-4C20-AA68-AB903C688937}" dt="2026-04-20T16:29:39.356" v="16" actId="113"/>
        <pc:sldMkLst>
          <pc:docMk/>
          <pc:sldMk cId="0" sldId="264"/>
        </pc:sldMkLst>
        <pc:spChg chg="mod">
          <ac:chgData name="empatiharshit2004@outlook.com" userId="4bd068fde73c3ec1" providerId="LiveId" clId="{355E9B87-46A4-4C20-AA68-AB903C688937}" dt="2026-04-20T16:29:39.356" v="16" actId="113"/>
          <ac:spMkLst>
            <pc:docMk/>
            <pc:sldMk cId="0" sldId="264"/>
            <ac:spMk id="2" creationId="{00000000-0000-0000-0000-000000000000}"/>
          </ac:spMkLst>
        </pc:spChg>
        <pc:spChg chg="mod">
          <ac:chgData name="empatiharshit2004@outlook.com" userId="4bd068fde73c3ec1" providerId="LiveId" clId="{355E9B87-46A4-4C20-AA68-AB903C688937}" dt="2026-04-20T16:28:09.146" v="3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empatiharshit2004@outlook.com" userId="4bd068fde73c3ec1" providerId="LiveId" clId="{355E9B87-46A4-4C20-AA68-AB903C688937}" dt="2026-04-20T16:29:44.960" v="17" actId="113"/>
        <pc:sldMkLst>
          <pc:docMk/>
          <pc:sldMk cId="0" sldId="265"/>
        </pc:sldMkLst>
        <pc:spChg chg="mod">
          <ac:chgData name="empatiharshit2004@outlook.com" userId="4bd068fde73c3ec1" providerId="LiveId" clId="{355E9B87-46A4-4C20-AA68-AB903C688937}" dt="2026-04-20T16:29:44.960" v="17" actId="113"/>
          <ac:spMkLst>
            <pc:docMk/>
            <pc:sldMk cId="0" sldId="265"/>
            <ac:spMk id="2" creationId="{00000000-0000-0000-0000-000000000000}"/>
          </ac:spMkLst>
        </pc:spChg>
        <pc:spChg chg="mod">
          <ac:chgData name="empatiharshit2004@outlook.com" userId="4bd068fde73c3ec1" providerId="LiveId" clId="{355E9B87-46A4-4C20-AA68-AB903C688937}" dt="2026-04-20T16:28:09.146" v="3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empatiharshit2004@outlook.com" userId="4bd068fde73c3ec1" providerId="LiveId" clId="{355E9B87-46A4-4C20-AA68-AB903C688937}" dt="2026-04-20T16:29:49.545" v="18" actId="113"/>
        <pc:sldMkLst>
          <pc:docMk/>
          <pc:sldMk cId="0" sldId="266"/>
        </pc:sldMkLst>
        <pc:spChg chg="mod">
          <ac:chgData name="empatiharshit2004@outlook.com" userId="4bd068fde73c3ec1" providerId="LiveId" clId="{355E9B87-46A4-4C20-AA68-AB903C688937}" dt="2026-04-20T16:29:49.545" v="18" actId="113"/>
          <ac:spMkLst>
            <pc:docMk/>
            <pc:sldMk cId="0" sldId="266"/>
            <ac:spMk id="2" creationId="{00000000-0000-0000-0000-000000000000}"/>
          </ac:spMkLst>
        </pc:spChg>
        <pc:spChg chg="mod">
          <ac:chgData name="empatiharshit2004@outlook.com" userId="4bd068fde73c3ec1" providerId="LiveId" clId="{355E9B87-46A4-4C20-AA68-AB903C688937}" dt="2026-04-20T16:28:09.146" v="3"/>
          <ac:spMkLst>
            <pc:docMk/>
            <pc:sldMk cId="0" sldId="26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5B3A7-9CC0-4FB8-8BDF-DB694711F8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9177F0-507D-FDCD-B733-1B0EB6B696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D2085-1826-C7E1-B932-F6AE8A0A9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4DBAA-22C8-9514-BB65-786178647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26EEE6-2218-9494-DAB9-46CDA5EDF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295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9A62A-8789-069C-A928-16C1F9CA5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48A00-D7B6-0F03-E3DC-C8B8C2822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7B5F7-D781-D283-A713-34B5D2BA5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EE6FB-14B2-99EA-74F0-15EF8ECF6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85AD0-02A6-DC42-CEB3-420ABA589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890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8644A-5C85-5046-D3E3-5999F40D9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A4402F-D105-E913-F936-94D21A9D93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9B5C8-C973-0051-7E18-39CE4585C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131E2-C575-EF8D-5F87-BBBED0C10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00852-3735-AB29-6CAE-1DC59237B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877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8D564-4FD6-984F-F16E-9D05A3B33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B510A-ECAD-2DFD-5AD2-25CA8B6759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93F1C4-F88B-9CBA-5359-EE2E5FFD99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836048-200E-410F-AF1E-62B0AFFA9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606650-74A7-9DE3-33FA-82CB9F1CB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102C29-AFE8-6329-3A26-FFB00897E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477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F7FC7-82C2-E209-3F85-74DEA22B7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29551-A25A-0232-1368-F20AB6E3E6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2E187E-8CF6-D864-83BB-E79E55BFA1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351C25-A3AB-0EF7-4F05-8CBBCC0313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2D292-4017-0601-BAF8-7CC0E86100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364B2A-389B-4530-EC94-B2F73A3AF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05FB6C-21C6-FDFE-98C5-29507A84F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846270-A0D8-2BFE-9563-8859AEBF1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763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E371F-3F99-B6B5-3901-C26F53FE4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1CF2A1-6941-AC83-4EAD-4EF1AF17D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E83BAF-F327-8DE7-AB38-D1530F46D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D9F137-7143-C0FA-CF88-2DA34C150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090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5D62E8-BA15-382B-BA85-24FE57C5D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0A4670-4984-5B86-FFB5-C00FEE363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02AC2E-1936-E838-3821-603276CF5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448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FF6C4-2E6D-A73D-4BE8-2C4A68AAB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8A842-3CA3-C066-7768-E5C637315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98BD8A-7A26-3933-6804-557D3DDF3D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C384AD-9EB6-31F9-30D2-FDD815335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01A96-85C0-D854-65C0-FB8C29B6E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C49DF8-47AC-F9DB-B3AF-3A76263F7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829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998D7-9173-6832-CD25-C970463D6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8B3057-1BAE-175A-AB17-86D45D2C12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A71327-E3F0-4FAA-4D97-7B29EFF0A8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55F546-D90E-BC4B-62A2-76A5AE4A3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077A34-17CE-078C-DA36-5D7B70C50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7B616-E126-8FAB-27D7-D530DA992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382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A8549-1D66-10DF-0C4F-BC6958838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EEC86F-7CAD-15BA-6D22-ACBFE3184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B897C-BD8A-F181-6CDD-B1567314F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20C13-C71D-314F-7B37-0A83B463D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19439-ADDC-A4DC-DAD5-093FAD1ED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672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52CBB1-3C48-B360-76FF-BC6DE09282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1B8466-7208-94BF-CB47-142FB81960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7E684-7BB1-D87E-F528-49492EF13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2D420-70B9-F074-B853-89D4EBDE6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9B9EB-2983-D70C-6C18-A166E052D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345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9E662E-78F1-050C-B038-0E68DF3A3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6D7845-3E6B-3F7C-27E6-E1EA424A3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730F08-3331-0B36-9DF0-DCC0E0EC62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D7551-D60B-7857-1367-F1360F66CE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9167C-F716-FE1A-D1F8-F744EA259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141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2537"/>
            <a:ext cx="7886700" cy="1325563"/>
          </a:xfrm>
        </p:spPr>
        <p:txBody>
          <a:bodyPr>
            <a:noAutofit/>
          </a:bodyPr>
          <a:lstStyle/>
          <a:p>
            <a:r>
              <a:rPr sz="4000" b="1" dirty="0"/>
              <a:t>E-Commerce Sales Analysis</a:t>
            </a:r>
          </a:p>
          <a:p>
            <a:r>
              <a:rPr sz="4000" b="1" dirty="0"/>
              <a:t>Data Storytelling &amp; Statistical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330245"/>
            <a:ext cx="7886700" cy="3846718"/>
          </a:xfrm>
        </p:spPr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Name: E. Hansika</a:t>
            </a:r>
          </a:p>
          <a:p>
            <a:pPr>
              <a:defRPr sz="2000"/>
            </a:pPr>
            <a:r>
              <a:rPr dirty="0"/>
              <a:t>Course: Undergraduate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934"/>
    </mc:Choice>
    <mc:Fallback>
      <p:transition spd="slow" advTm="393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Analyze e-commerce sales data</a:t>
            </a:r>
          </a:p>
          <a:p>
            <a:pPr>
              <a:defRPr sz="2000"/>
            </a:pPr>
            <a:r>
              <a:t>Identify trends and top products</a:t>
            </a:r>
          </a:p>
          <a:p>
            <a:pPr>
              <a:defRPr sz="2000"/>
            </a:pPr>
            <a:r>
              <a:t>Understand customer behavior</a:t>
            </a:r>
          </a:p>
          <a:p>
            <a:pPr>
              <a:defRPr sz="2000"/>
            </a:pPr>
            <a:r>
              <a:t>Use statistical validation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668"/>
    </mc:Choice>
    <mc:Fallback>
      <p:transition spd="slow" advTm="4668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Includes:</a:t>
            </a:r>
          </a:p>
          <a:p>
            <a:pPr>
              <a:defRPr sz="2000"/>
            </a:pPr>
            <a:r>
              <a:t>• Order ID, Date</a:t>
            </a:r>
          </a:p>
          <a:p>
            <a:pPr>
              <a:defRPr sz="2000"/>
            </a:pPr>
            <a:r>
              <a:t>• Product &amp; Category</a:t>
            </a:r>
          </a:p>
          <a:p>
            <a:pPr>
              <a:defRPr sz="2000"/>
            </a:pPr>
            <a:r>
              <a:t>• Price, Quantity</a:t>
            </a:r>
          </a:p>
          <a:p>
            <a:pPr>
              <a:defRPr sz="2000"/>
            </a:pPr>
            <a:r>
              <a:t>• City, Payment Method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845"/>
    </mc:Choice>
    <mc:Fallback>
      <p:transition spd="slow" advTm="6845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• Python (Pandas, Matplotlib, Seaborn)</a:t>
            </a:r>
          </a:p>
          <a:p>
            <a:pPr>
              <a:defRPr sz="2000"/>
            </a:pPr>
            <a:r>
              <a:t>• SQL</a:t>
            </a:r>
          </a:p>
          <a:p>
            <a:pPr>
              <a:defRPr sz="2000"/>
            </a:pPr>
            <a:r>
              <a:t>• Google Colab</a:t>
            </a:r>
          </a:p>
          <a:p>
            <a:pPr>
              <a:defRPr sz="2000"/>
            </a:pPr>
            <a:r>
              <a:t>• PowerPoint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893"/>
    </mc:Choice>
    <mc:Fallback>
      <p:transition spd="slow" advTm="489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Analysis Performed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• Exploratory Data Analysis</a:t>
            </a:r>
          </a:p>
          <a:p>
            <a:pPr>
              <a:defRPr sz="2000"/>
            </a:pPr>
            <a:r>
              <a:t>• Revenue Trends</a:t>
            </a:r>
          </a:p>
          <a:p>
            <a:pPr>
              <a:defRPr sz="2000"/>
            </a:pPr>
            <a:r>
              <a:t>• Category &amp; Product Analysis</a:t>
            </a:r>
          </a:p>
          <a:p>
            <a:pPr>
              <a:defRPr sz="2000"/>
            </a:pPr>
            <a:r>
              <a:t>• City &amp; Payment Analysis</a:t>
            </a:r>
          </a:p>
          <a:p>
            <a:pPr>
              <a:defRPr sz="2000"/>
            </a:pPr>
            <a:r>
              <a:t>• SQL Queries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757"/>
    </mc:Choice>
    <mc:Fallback>
      <p:transition spd="slow" advTm="4757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• Electronics generates highest revenue</a:t>
            </a:r>
          </a:p>
          <a:p>
            <a:pPr>
              <a:defRPr sz="2000"/>
            </a:pPr>
            <a:r>
              <a:t>• Sales show upward trend</a:t>
            </a:r>
          </a:p>
          <a:p>
            <a:pPr>
              <a:defRPr sz="2000"/>
            </a:pPr>
            <a:r>
              <a:t>• Top cities: Hyderabad, Delhi</a:t>
            </a:r>
          </a:p>
          <a:p>
            <a:pPr>
              <a:defRPr sz="2000"/>
            </a:pPr>
            <a:r>
              <a:t>• Laptops are top product</a:t>
            </a:r>
          </a:p>
          <a:p>
            <a:pPr>
              <a:defRPr sz="2000"/>
            </a:pPr>
            <a:r>
              <a:t>• UPI widely used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158"/>
    </mc:Choice>
    <mc:Fallback>
      <p:transition spd="slow" advTm="8158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Business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Electronics dominate revenue</a:t>
            </a:r>
          </a:p>
          <a:p>
            <a:pPr>
              <a:defRPr sz="2000"/>
            </a:pPr>
            <a:r>
              <a:t>High-value products drive growth</a:t>
            </a:r>
          </a:p>
          <a:p>
            <a:pPr>
              <a:defRPr sz="2000"/>
            </a:pPr>
            <a:r>
              <a:t>Focus on strong markets for expansion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546"/>
    </mc:Choice>
    <mc:Fallback>
      <p:transition spd="slow" advTm="5546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Hypothesis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H0: No revenue difference</a:t>
            </a:r>
          </a:p>
          <a:p>
            <a:pPr>
              <a:defRPr sz="2000"/>
            </a:pPr>
            <a:r>
              <a:t>H1: Electronics higher revenue</a:t>
            </a:r>
          </a:p>
          <a:p>
            <a:pPr>
              <a:defRPr sz="2000"/>
            </a:pPr>
            <a:r>
              <a:t>Method: T-Test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601"/>
    </mc:Choice>
    <mc:Fallback>
      <p:transition spd="slow" advTm="560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Statistical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p-value &lt; 0.05</a:t>
            </a:r>
          </a:p>
          <a:p>
            <a:pPr>
              <a:defRPr sz="2000"/>
            </a:pPr>
            <a:r>
              <a:t>Reject H0</a:t>
            </a:r>
          </a:p>
          <a:p>
            <a:pPr>
              <a:defRPr sz="2000"/>
            </a:pPr>
            <a:r>
              <a:t>Electronics significantly higher revenue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999"/>
    </mc:Choice>
    <mc:Fallback>
      <p:transition spd="slow" advTm="3999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• Focus on Electronics</a:t>
            </a:r>
          </a:p>
          <a:p>
            <a:pPr>
              <a:defRPr sz="2000"/>
            </a:pPr>
            <a:r>
              <a:t>• Promote laptops</a:t>
            </a:r>
          </a:p>
          <a:p>
            <a:pPr>
              <a:defRPr sz="2000"/>
            </a:pPr>
            <a:r>
              <a:t>• Target top cities</a:t>
            </a:r>
          </a:p>
          <a:p>
            <a:pPr>
              <a:defRPr sz="2000"/>
            </a:pPr>
            <a:r>
              <a:t>• Encourage digital payments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810"/>
    </mc:Choice>
    <mc:Fallback>
      <p:transition spd="slow" advTm="481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Final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Data-driven insights help businesses improve performance and make better decisions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752"/>
    </mc:Choice>
    <mc:Fallback>
      <p:transition spd="slow" advTm="4752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905DB4-00B5-D70B-7190-3766A62D1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283" y="796413"/>
            <a:ext cx="5821361" cy="5105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5422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295"/>
    </mc:Choice>
    <mc:Fallback>
      <p:transition spd="slow" advTm="5295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B25E86-601D-BB9B-6BD0-0AD38E626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924" y="978957"/>
            <a:ext cx="5662151" cy="4900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9865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241"/>
    </mc:Choice>
    <mc:Fallback>
      <p:transition spd="slow" advTm="424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86F0F9-87F7-A546-4319-382D058F4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3854" y="1367611"/>
            <a:ext cx="4976291" cy="412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0981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87"/>
    </mc:Choice>
    <mc:Fallback>
      <p:transition spd="slow" advTm="3187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191</Words>
  <Application>Microsoft Office PowerPoint</Application>
  <PresentationFormat>On-screen Show (4:3)</PresentationFormat>
  <Paragraphs>62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E-Commerce Sales Analysis Data Storytelling &amp; Statistical Validation</vt:lpstr>
      <vt:lpstr>Objective</vt:lpstr>
      <vt:lpstr>Dataset Overview</vt:lpstr>
      <vt:lpstr>Tools Used</vt:lpstr>
      <vt:lpstr>Analysis Performed</vt:lpstr>
      <vt:lpstr>Key Insights</vt:lpstr>
      <vt:lpstr>Business Conclusion</vt:lpstr>
      <vt:lpstr>Hypothesis Testing</vt:lpstr>
      <vt:lpstr>Statistical Result</vt:lpstr>
      <vt:lpstr>Recommendations</vt:lpstr>
      <vt:lpstr>Final Conclusion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Harshit</dc:creator>
  <cp:keywords/>
  <dc:description>generated using python-pptx</dc:description>
  <cp:lastModifiedBy>empatiharshit2004@outlook.com</cp:lastModifiedBy>
  <cp:revision>2</cp:revision>
  <dcterms:created xsi:type="dcterms:W3CDTF">2013-01-27T09:14:16Z</dcterms:created>
  <dcterms:modified xsi:type="dcterms:W3CDTF">2026-04-20T16:35:34Z</dcterms:modified>
  <cp:category/>
</cp:coreProperties>
</file>